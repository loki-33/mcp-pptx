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Romance?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 genre of literature and film that focuses on a love story</a:t>
            </a:r>
          </a:p>
          <a:p>
            <a:pPr lvl="1"/>
            <a:r>
              <a:t>Often involves a happy ending and emotional depth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Focus on romantic relationships</a:t>
            </a:r>
          </a:p>
          <a:p>
            <a:pPr lvl="1"/>
            <a:r>
              <a:t>May include themes of heartbreak and sacrifice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Read classic romance novels</a:t>
            </a:r>
          </a:p>
          <a:p>
            <a:pPr lvl="1"/>
            <a:r>
              <a:t>Watch romantic movies</a:t>
            </a:r>
          </a:p>
          <a:p>
            <a:pPr lvl="1"/>
            <a:r>
              <a:t>Join online communities that discuss romance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